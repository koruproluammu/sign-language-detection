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4441-6778-B2D2-2610-46449E5B1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9A657-9120-5901-F730-FA6A1A32B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405C3-960B-44F3-1C55-49E91F4A8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10FB4-E514-425A-AF64-DCE791FE6E87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FC347-EBF7-C507-9B08-7CB8442F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BBC99-4592-B00B-85D2-8822092D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FD11-BCD6-4FA2-9508-5D765629C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621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FB20F-48ED-95DA-803B-3810EFAA6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2CAD2-78E8-6C8D-FBC1-02E9DAD2E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BA59C-6865-903E-5AF4-F9F61BD3E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10FB4-E514-425A-AF64-DCE791FE6E87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11033-0A5E-B193-26A0-327C0702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F3791-EE25-D0C9-C1F1-2A6E7C72E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FD11-BCD6-4FA2-9508-5D765629C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893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ADAE8-1BE4-0E5A-583B-57B447ACD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615C9-67E3-49FD-A23D-CDEEEB802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A8649-596C-A8F6-E1CB-5C99D2EA1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10FB4-E514-425A-AF64-DCE791FE6E87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17D5A-D37B-BCAC-87A1-3BB37567F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8F74B-B4B4-E9C4-650F-EE634C15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FD11-BCD6-4FA2-9508-5D765629C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126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5E60-EDA0-B5AA-866D-F50B3B01E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FC23E-CC0A-5709-57BA-895211E662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1E1A4-7767-5D7B-C6E2-B3B836D32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88BB3-B116-DFB6-687A-FA86C2109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10FB4-E514-425A-AF64-DCE791FE6E87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E23CD-2972-B906-F7BD-C77256A28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BDCA6-96FA-3FA1-037A-262A971D8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FD11-BCD6-4FA2-9508-5D765629C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80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F0F4-8F3F-78AE-6E4E-A0DB0AE0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7B47C-57A2-67F6-7C30-42F86FDC2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36B7C-5249-88EA-583F-03F8C6B9E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89C27E-10A0-CC9A-0AB0-3DECD0A15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BF7314-9692-9D51-890A-BBC3A6AC0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3532F0-2035-A56F-9CB7-FF253493D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10FB4-E514-425A-AF64-DCE791FE6E87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A202C2-F027-324C-7347-09A829664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9EA9E-0F63-48C3-1371-20F9CCC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FD11-BCD6-4FA2-9508-5D765629C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767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ADE7-C199-1F1E-801C-C411C1943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E04D7F-4984-29AA-F224-358E6CA09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10FB4-E514-425A-AF64-DCE791FE6E87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AC43A4-F0F9-FD42-1ADE-7A713FFD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836943-D759-FD69-D9F9-7DA03956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FD11-BCD6-4FA2-9508-5D765629C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813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41735-C6DE-2237-7F92-53F1E438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10FB4-E514-425A-AF64-DCE791FE6E87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8130D-EA22-132D-A3BE-F10F697A5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B2584-76E2-1424-55A2-92140CE39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FD11-BCD6-4FA2-9508-5D765629C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587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1903-506D-7282-66BF-A2FC55116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45653-D910-08BE-EE18-440EE404B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63880-BC78-45F2-F163-225087C78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AD617-AA0B-63E5-540B-025F1AF9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10FB4-E514-425A-AF64-DCE791FE6E87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51540-A029-B487-DB02-90FD36277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9AFD6-DC61-8980-042B-0245B8D74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FD11-BCD6-4FA2-9508-5D765629C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082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6920D-EC91-67EE-0D53-DDEFB5DDB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FF3B96-6254-123E-40F6-C291D2268F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BC75DF-7894-628A-52EE-B72179EEE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93454-93ED-953B-0496-E42F7B609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10FB4-E514-425A-AF64-DCE791FE6E87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092B5-5628-C97F-3ED7-B97224533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F7900-BD42-E0CF-3869-2795159D8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FD11-BCD6-4FA2-9508-5D765629C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547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ECF1B-DCA8-B138-DE64-E19EFAB72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64023-B790-808C-EAE5-401CBCB5C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C56FA-DDC8-CA3F-D217-B196EF400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10FB4-E514-425A-AF64-DCE791FE6E87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84713-1DAF-184E-D75F-3C1BDD77E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F8CF1-95C1-0528-C72E-96A7A3687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FD11-BCD6-4FA2-9508-5D765629C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386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959A3-566A-D139-0722-ABA590A60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93D7F5-5683-7B84-4E80-8E6FFA1B1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9DF5A-042B-7102-3934-3A9F43C28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10FB4-E514-425A-AF64-DCE791FE6E87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BFF7B-E11A-5429-F4D0-76E9D3D1A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21C48-E37E-77F3-802D-5CE309E04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FD11-BCD6-4FA2-9508-5D765629C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587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7774B5-E078-F3D8-5984-69D6F6CB6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5A409-0C21-E2C1-42E9-82894ED82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CDA48-A713-0430-38F7-9DBA967B2B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10FB4-E514-425A-AF64-DCE791FE6E87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08C59-B839-9AB9-3ECC-DB9755E728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35AAE-9DD0-70BE-F46F-43B83212F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FFD11-BCD6-4FA2-9508-5D765629C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98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dHgN-pwcM1TdTjVSkEp9_HEivVmU2f4E/view?usp=drivesdk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DE04E-F11B-B400-FAC6-18F8B109F3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CC3AA7-39E0-84AE-A37B-FF657FA587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 descr="A line of hand gestures&#10;&#10;AI-generated content may be incorrect.">
            <a:extLst>
              <a:ext uri="{FF2B5EF4-FFF2-40B4-BE49-F238E27FC236}">
                <a16:creationId xmlns:a16="http://schemas.microsoft.com/office/drawing/2014/main" id="{23C9C4E0-731E-41CF-95F7-396D0D63F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703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DF3048-F4CF-CD62-5DAF-826BFD2FA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06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F96D5A-756E-42C0-186A-D901E6C13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2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9C7C36-ECB8-D359-0C62-5F2DEAEF9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548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BE1765-51F9-6E1B-8814-E460311BB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232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07C0D5-5D9B-4EF6-F2CB-9536A178D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824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9FDE59-1CFD-035C-D117-C0FF9EC6B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362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FE0740-24BF-57C0-0F46-E12969848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123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238497-13BC-0A45-D7B0-0C575C755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787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677691-FE7F-5E86-5F28-214F9D639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837"/>
            <a:ext cx="12192000" cy="494055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8E521CC-6C78-F7FA-7065-9289B3FCF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1" y="6019336"/>
            <a:ext cx="1120877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 Link 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https://drive.google.com/file/d/1dHgN-pwcM1TdTjVSkEp9_HEivVmU2f4E/view?usp=drivesdk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210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Amrutha varshini</dc:creator>
  <cp:lastModifiedBy>Amrutha varshini</cp:lastModifiedBy>
  <cp:revision>1</cp:revision>
  <dcterms:created xsi:type="dcterms:W3CDTF">2025-12-31T09:30:36Z</dcterms:created>
  <dcterms:modified xsi:type="dcterms:W3CDTF">2025-12-31T09:41:12Z</dcterms:modified>
</cp:coreProperties>
</file>